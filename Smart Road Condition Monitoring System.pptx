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2" r:id="rId7"/>
    <p:sldId id="261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80" autoAdjust="0"/>
    <p:restoredTop sz="94660"/>
  </p:normalViewPr>
  <p:slideViewPr>
    <p:cSldViewPr snapToGrid="0">
      <p:cViewPr varScale="1">
        <p:scale>
          <a:sx n="94" d="100"/>
          <a:sy n="94" d="100"/>
        </p:scale>
        <p:origin x="182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147722-7C2A-81A7-0133-DAE4C8A4D40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52195C2-B128-87E8-5F66-06F777B8B98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A844F4-22D4-3D94-DDBA-2B721071D5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733004-9967-4FB0-A850-4B7ED2C2D8F9}" type="datetimeFigureOut">
              <a:rPr lang="en-IN" smtClean="0"/>
              <a:t>20-01-2026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3B1A9A-2C8B-1134-8682-0ECC5986F0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8CBCD4-050A-83CD-4521-0C7C4E03DB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D5DC05-55F3-4D77-92D6-55253C47F0B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948525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1EDF86-001E-4D15-5491-339322280D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C8F925-441F-25BE-1B16-7B4B6740AD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F35A02-A415-DC25-5AD3-A422409850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733004-9967-4FB0-A850-4B7ED2C2D8F9}" type="datetimeFigureOut">
              <a:rPr lang="en-IN" smtClean="0"/>
              <a:t>20-01-2026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187352-7DC8-0F19-7CF7-60F2C681B5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D05694-4DF6-84C4-24DA-D72246DCB8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D5DC05-55F3-4D77-92D6-55253C47F0B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673244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A134C5-6217-44A0-FF68-C45808DC7D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6FF8AB-8969-FE12-D9C9-296770920C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D75EDF-267B-FE58-34F6-672E7FE282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733004-9967-4FB0-A850-4B7ED2C2D8F9}" type="datetimeFigureOut">
              <a:rPr lang="en-IN" smtClean="0"/>
              <a:t>20-01-2026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BAEE20-0B2C-7ACD-0E7D-ABD7FBBA5F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FDA9D6-B670-5BEF-F623-7D81237161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D5DC05-55F3-4D77-92D6-55253C47F0B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499077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C04D96-AEAC-BF81-2C0E-3398625169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4CC193-2E70-FE60-8E07-F48A95E26D1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D550C6F-0F05-6EB1-F6A7-C8172144C11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41000C1-B656-84EA-197B-AF8E32B4FB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733004-9967-4FB0-A850-4B7ED2C2D8F9}" type="datetimeFigureOut">
              <a:rPr lang="en-IN" smtClean="0"/>
              <a:t>20-01-2026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3B7E930-3925-14B6-EE57-4326F442D4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44CE8C4-17F8-D2EE-84A0-40F70DE54C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D5DC05-55F3-4D77-92D6-55253C47F0B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483512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4E383D-7931-1DB1-3AA2-B84A29BE49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333EEE7-F323-8D1E-68C1-E83B30CF9F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ED02CD1-7AC1-11D2-5733-A620D823973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11516E2-7CAA-F3E4-BC05-1E61B93A19F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CFF3B8E-18EA-822F-29F1-9AC563F657C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DDF9B76-B2A6-BD3C-E9DB-34C9396827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733004-9967-4FB0-A850-4B7ED2C2D8F9}" type="datetimeFigureOut">
              <a:rPr lang="en-IN" smtClean="0"/>
              <a:t>20-01-2026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6A5C758-A3D8-10D6-DB20-A74F692C2F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8525EA2-D195-18F5-B5A9-4FA2592C20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D5DC05-55F3-4D77-92D6-55253C47F0B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785242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1ACC4B-5C89-BD3C-2608-4489D18123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CAACA61-9B92-8A82-58F3-F1ADD60714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733004-9967-4FB0-A850-4B7ED2C2D8F9}" type="datetimeFigureOut">
              <a:rPr lang="en-IN" smtClean="0"/>
              <a:t>20-01-2026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518620F-6D9B-73FF-13D3-FBF229E09A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B29FD4E-1186-71C2-4D31-100BC1E9C5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D5DC05-55F3-4D77-92D6-55253C47F0B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669358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6C9D8E7-0A08-032E-95CD-526AE9C770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733004-9967-4FB0-A850-4B7ED2C2D8F9}" type="datetimeFigureOut">
              <a:rPr lang="en-IN" smtClean="0"/>
              <a:t>20-01-2026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1DC3522-1D57-CB62-8759-C98FA42E5E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D7A490-8D17-425F-9269-4E3622EF68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D5DC05-55F3-4D77-92D6-55253C47F0B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19055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543D10-68D3-6525-5D05-43C226BA76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93AFD5-67E6-775E-8874-E8DA2B0EAD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F421ACE-332F-BCA3-9938-B86BD30C57A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F49CEA4-53E5-464B-AF2F-60405C1E5D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733004-9967-4FB0-A850-4B7ED2C2D8F9}" type="datetimeFigureOut">
              <a:rPr lang="en-IN" smtClean="0"/>
              <a:t>20-01-2026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45E22C9-DC44-C720-EA4F-6F74857909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DA19D3F-A297-EFC7-E84E-CE6094CF80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D5DC05-55F3-4D77-92D6-55253C47F0B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797802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06871A-6258-05EC-6A3F-476C7C11F5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08D8A3C-1246-9CEF-9F04-D36FB8118EC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C955FD-A69A-3E8A-71EC-FEE1E5C3D5E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B7CF634-51F7-22B9-01E5-ED2324AF4F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733004-9967-4FB0-A850-4B7ED2C2D8F9}" type="datetimeFigureOut">
              <a:rPr lang="en-IN" smtClean="0"/>
              <a:t>20-01-2026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5C74F6B-40E6-A6D7-8499-57D81B03E0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86ED1B-6CED-1508-C7D4-65A5E69898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D5DC05-55F3-4D77-92D6-55253C47F0B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904977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6EB194-ABDC-79F9-9671-56179D2D9C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F353B90-AFA2-5EF5-3542-AD0BCA53E2B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35E73A-FE52-3148-1B94-F2635450F8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733004-9967-4FB0-A850-4B7ED2C2D8F9}" type="datetimeFigureOut">
              <a:rPr lang="en-IN" smtClean="0"/>
              <a:t>20-01-2026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48A8F1-BA7B-1489-C00A-D92C047056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0820F8-B7AF-D279-C52B-EC42808A13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D5DC05-55F3-4D77-92D6-55253C47F0B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564757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8B812EC-5067-B94C-478A-A09F8631111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53D4B67-A396-BBB3-786E-CD3163CC85E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175058-F49E-50B4-2F00-402285BCC7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733004-9967-4FB0-A850-4B7ED2C2D8F9}" type="datetimeFigureOut">
              <a:rPr lang="en-IN" smtClean="0"/>
              <a:t>20-01-2026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C5F34F-9714-DF67-DCF8-B44A6CAD28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93C088-2A5C-1701-7102-117B40A9A1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D5DC05-55F3-4D77-92D6-55253C47F0B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32547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359F1F0-BEFF-1149-5F23-FA3D26B725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E2CA64-B329-7A72-0249-26A1835842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A02000-EAEB-716D-50FB-5FC5DA4DB76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733004-9967-4FB0-A850-4B7ED2C2D8F9}" type="datetimeFigureOut">
              <a:rPr lang="en-IN" smtClean="0"/>
              <a:t>20-01-2026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C3FADE-AE6C-84A5-B9F3-7EFE458098F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09AB40-4853-4AFF-CAF2-5EE296CAC20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5D5DC05-55F3-4D77-92D6-55253C47F0B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510107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developers.google.com/maps" TargetMode="External"/><Relationship Id="rId2" Type="http://schemas.openxmlformats.org/officeDocument/2006/relationships/hyperlink" Target="https://morth.nic.in/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researchgate.net/" TargetMode="Externa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00B899-8F19-9D39-0E8E-63246E6A889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50522" y="273277"/>
            <a:ext cx="9144000" cy="2387600"/>
          </a:xfrm>
        </p:spPr>
        <p:txBody>
          <a:bodyPr/>
          <a:lstStyle/>
          <a:p>
            <a:r>
              <a:rPr lang="en-US" b="1" dirty="0"/>
              <a:t>Smart Road Condition Monitoring System</a:t>
            </a:r>
            <a:endParaRPr lang="en-IN" b="1" dirty="0"/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70D8548C-3A8F-C360-EA0D-5961178DD2C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70907" y="3193823"/>
            <a:ext cx="9144000" cy="3255962"/>
          </a:xfrm>
        </p:spPr>
        <p:txBody>
          <a:bodyPr>
            <a:normAutofit/>
          </a:bodyPr>
          <a:lstStyle/>
          <a:p>
            <a:pPr algn="l"/>
            <a:r>
              <a:rPr lang="en-US" dirty="0"/>
              <a:t>Team Name : Crossway                                   Team Number : 221-225</a:t>
            </a:r>
          </a:p>
          <a:p>
            <a:pPr algn="l"/>
            <a:r>
              <a:rPr lang="en-US" dirty="0"/>
              <a:t>Team Members : </a:t>
            </a:r>
          </a:p>
          <a:p>
            <a:pPr marL="457200" indent="-457200" algn="l">
              <a:buFont typeface="+mj-lt"/>
              <a:buAutoNum type="arabicPeriod"/>
            </a:pPr>
            <a:r>
              <a:rPr lang="en-US" dirty="0"/>
              <a:t>Priyadharshan S </a:t>
            </a:r>
          </a:p>
          <a:p>
            <a:pPr marL="457200" indent="-457200" algn="l">
              <a:buFont typeface="+mj-lt"/>
              <a:buAutoNum type="arabicPeriod"/>
            </a:pPr>
            <a:r>
              <a:rPr lang="en-US" dirty="0"/>
              <a:t>Vimanessh E S</a:t>
            </a:r>
          </a:p>
          <a:p>
            <a:pPr marL="457200" indent="-457200" algn="l">
              <a:buFont typeface="+mj-lt"/>
              <a:buAutoNum type="arabicPeriod"/>
            </a:pPr>
            <a:r>
              <a:rPr lang="en-US" dirty="0"/>
              <a:t>Ragunath S </a:t>
            </a:r>
          </a:p>
          <a:p>
            <a:pPr marL="457200" indent="-457200" algn="l">
              <a:buFont typeface="+mj-lt"/>
              <a:buAutoNum type="arabicPeriod"/>
            </a:pPr>
            <a:r>
              <a:rPr lang="en-US" dirty="0"/>
              <a:t>Alin K</a:t>
            </a:r>
          </a:p>
          <a:p>
            <a:pPr marL="457200" indent="-457200" algn="l">
              <a:buFont typeface="+mj-lt"/>
              <a:buAutoNum type="arabicPeriod"/>
            </a:pPr>
            <a:r>
              <a:rPr lang="en-US" dirty="0" err="1"/>
              <a:t>Sandheepam</a:t>
            </a:r>
            <a:r>
              <a:rPr lang="en-US" dirty="0"/>
              <a:t> S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401042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3882FB-A74D-64B7-8DF7-3788EE5340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u="sng" dirty="0"/>
              <a:t>INTRODUCTION: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923F33-E7FE-D668-AA45-65DAC0DCF6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>
              <a:lnSpc>
                <a:spcPct val="150000"/>
              </a:lnSpc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Road safety is a major concern in India due to damaged roads, potholes, and poor maintenance.</a:t>
            </a:r>
            <a:b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These issues often lead to accidents, traffic congestion, and vehicle damage.</a:t>
            </a:r>
          </a:p>
          <a:p>
            <a:pPr>
              <a:lnSpc>
                <a:spcPct val="150000"/>
              </a:lnSpc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Current road inspection methods rely heavily on manual surveys and public complaints.</a:t>
            </a:r>
            <a:b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process is slow, inefficient, and fails to detect problems at an early stage.</a:t>
            </a:r>
          </a:p>
          <a:p>
            <a:pPr>
              <a:lnSpc>
                <a:spcPct val="150000"/>
              </a:lnSpc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With the advancement of Artificial Intelligence and smart technologies,</a:t>
            </a:r>
            <a:b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is possible to monitor road conditions automatically and in real time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855173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1E68DD-6422-CD1B-8599-7A48AC6FFC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u="sng" dirty="0"/>
              <a:t>PROBLEM STATEMENT 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A2ACB5-F22B-8CFB-9FA2-10BE05E042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Potholes, cracks, and surface damage are usually detected only after accidents occur.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absence of continuous monitoring delays maintenance and increases safety risks.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Manual inspection does not provide accurate location data for damaged road segments.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makes repair work inefficient and time-consuming.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Lack of a real-time road condition monitoring system leads to increased economic loss,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vehicle damage, and reduced public safety, especially in urban and semi-urban areas.</a:t>
            </a:r>
          </a:p>
          <a:p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287278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37E8D4-D8F4-0668-9E63-2F37D1DB18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u="sng" dirty="0"/>
              <a:t>PROPOSED SOLUTION: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D29E9B-8EC8-2BE1-C393-900791580F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propose an AI-based Smart Road Condition Monitoring System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that automatically detects potholes and road surface damage using images or videos.</a:t>
            </a:r>
          </a:p>
          <a:p>
            <a:pPr>
              <a:lnSpc>
                <a:spcPct val="10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uses computer vision techniques to analyze road images captured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 vehicles, smartphones, or dash cameras during regular travel.</a:t>
            </a:r>
          </a:p>
          <a:p>
            <a:pPr>
              <a:lnSpc>
                <a:spcPct val="10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Detected road issues are tagged with GPS location data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sent as real-time alerts to a centralized monitoring dashboard.</a:t>
            </a:r>
          </a:p>
          <a:p>
            <a:pPr>
              <a:lnSpc>
                <a:spcPct val="10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Authorities can view road conditions on a map interface,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allowing faster decision-making and preventive maintenance.</a:t>
            </a:r>
          </a:p>
          <a:p>
            <a:pPr>
              <a:lnSpc>
                <a:spcPct val="100000"/>
              </a:lnSpc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410376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CD6F90-FED1-FBEB-9BBC-20BAE51900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u="sng" dirty="0"/>
              <a:t>SOFTWARE / HARDWARE REQUIREMENTS: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3A2955-FEAD-F1C5-7B7D-76247459F0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Software Requirements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 and OpenCV for image processing and pothole detection.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 models are used to improve detection accuracy.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Web technologies and mapping APIs are used to display damaged road locations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generate visual reports for authorities.</a:t>
            </a:r>
          </a:p>
          <a:p>
            <a:pPr marL="0" indent="0"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Hardware Requirements (Optional)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Smartphone cameras or vehicle dash cameras for capturing road images.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GPS modules are used to record accurate location information.</a:t>
            </a:r>
          </a:p>
          <a:p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688746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CEC340-A633-66CA-C5F0-2C94AAFB0A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u="sng" dirty="0"/>
              <a:t>REFERENCES: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3EE7D1-7E16-D94A-FCD2-9A90A35A1C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956602"/>
          </a:xfrm>
        </p:spPr>
        <p:txBody>
          <a:bodyPr>
            <a:normAutofit fontScale="62500" lnSpcReduction="20000"/>
          </a:bodyPr>
          <a:lstStyle/>
          <a:p>
            <a:pPr>
              <a:lnSpc>
                <a:spcPct val="12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Ministry of Road Transport &amp; Highways (MoRTH)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to understand road safety issues, accident statistics, and infrastructure challenges in India.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https://morth.nic.in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OpenCV Official Documentation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Referred to study image processing and computer vision techniques for detecting road damage.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https://docs.opencv.org</a:t>
            </a:r>
          </a:p>
          <a:p>
            <a:pPr>
              <a:lnSpc>
                <a:spcPct val="12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Google Maps Platform Documentation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to understand GPS-based location tagging and map visualization for damaged roads.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https://developers.google.com/maps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IEEE Xplore Digital Library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 articles were reviewed to understand existing AI-based pothole detection systems.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https://ieeexplore.ieee.org</a:t>
            </a:r>
          </a:p>
          <a:p>
            <a:pPr>
              <a:lnSpc>
                <a:spcPct val="12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ResearchGate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to read academic papers and case studies related to smart road monitoring solutions.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https://www.researchgate.net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333482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3A99EB-667B-95D3-43A7-1D75B5F8BE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11114F-CEC6-9390-EC2D-BF1DBF3024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proposed system enables early detection of road damage,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reducing accidents and improving overall road safety.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Real-time monitoring helps authorities take preventive action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before minor road issues turn into major hazards.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solution is scalable and can be integrated into smart city initiatives,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contributing to safer transportation and better infrastructure management.</a:t>
            </a:r>
          </a:p>
          <a:p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905812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571</Words>
  <Application>Microsoft Office PowerPoint</Application>
  <PresentationFormat>Widescreen</PresentationFormat>
  <Paragraphs>38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Calibri</vt:lpstr>
      <vt:lpstr>Calibri Light</vt:lpstr>
      <vt:lpstr>Times New Roman</vt:lpstr>
      <vt:lpstr>Office Theme</vt:lpstr>
      <vt:lpstr>Smart Road Condition Monitoring System</vt:lpstr>
      <vt:lpstr>INTRODUCTION: </vt:lpstr>
      <vt:lpstr>PROBLEM STATEMENT :</vt:lpstr>
      <vt:lpstr>PROPOSED SOLUTION:</vt:lpstr>
      <vt:lpstr>SOFTWARE / HARDWARE REQUIREMENTS:</vt:lpstr>
      <vt:lpstr>REFERENCES:</vt:lpstr>
      <vt:lpstr>CONCLUSION: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priyadharshandharshan9@outlook.com</dc:creator>
  <cp:lastModifiedBy>priyadharshandharshan9@outlook.com</cp:lastModifiedBy>
  <cp:revision>1</cp:revision>
  <dcterms:created xsi:type="dcterms:W3CDTF">2026-01-20T15:57:17Z</dcterms:created>
  <dcterms:modified xsi:type="dcterms:W3CDTF">2026-01-20T15:57:17Z</dcterms:modified>
</cp:coreProperties>
</file>